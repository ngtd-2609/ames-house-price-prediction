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 bằng mục tiêu hợp nhất: giữ chiều sâu học thuật nhưng dùng core kỹ thuật mới nhất.
[Sources]
- README.md
- outputs/summary.json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đồ án có đủ research notebook, code package, artifact, app demo, report và slide.
[Sources]
- README.md
- reports/Bao_cao_Du_bao_Gia_nha_Hoan_chinh.docx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dataset là Kaggle competition version dựa trên Ames; split hiện tại được giữ cố định.
[Sources]
- DATA_CARD.md
- outputs/tables/data_hashes.csv
- outputs/summary.json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Missingness không chỉ là dữ liệu thiếu; nhiều cột biểu thị không có tiện ích.
[Sources]
- outputs/tables/missingness_top20.csv
- DATA_CARD.md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nói log-target là hướng phát triển vì kỹ thuật này đã được dùng trong pipeline.
[Sources]
- outputs/figures/01_target_distribution.png
- outputs/summary.json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Nêu OverallQual, GrLivArea, Neighborhood nổi bật nhưng tránh kết luận causal.
[Sources]
- outputs/tables/numeric_correlations.csv
- outputs/figures/05_categorical_relationships.png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slide then chốt nếu giảng viên hỏi leakage.
[Sources]
- outputs/model_selection_policy.json
- FINAL_AUDIT_REPORT.md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feature engineering là row-wise và nằm trong artifact.
[Sources]
- outputs/tables/feature_engineering.csv
- src/house_price/features.py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app không tự fit scaler/encoder và không train lại model.
[Sources]
- src/house_price/preprocessing.py
- src/house_price/artifacts.py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Nêu so sánh công bằng: cùng split, preprocessing và metrics.
[Sources]
- outputs/tables/validation_model_comparison.csv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vì sao final là ElasticNet trong bản này, không giữ claim Ridge cũ.
[Sources]
- outputs/tables/tuning_results.csv
- outputs/model_selection_policy.json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không quay lại tuning sau khi thấy test metric.
[Sources]
- outputs/summary.json
- outputs/tables/test_metrics.csv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Nêu rõ Q4 có MAE lớn nhất, đây là limitation quan trọng khi bảo vệ.
[Sources]
- outputs/tables/error_by_price_quartile.csv
- outputs/figures/10_residual_distribution.png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phương pháp permutation: xáo trộn một feature và đo suy giảm performance.
[Sources]
- outputs/tables/permutation_importance.csv
- outputs/figures/12_permutation_importance.png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backend/app dùng cùng artifact với training, không duplication pipeline.
[Sources]
- models/model_metadata.json
- src/house_price/artifacts.py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Nếu demo thật, chạy streamlit run app/Home.py sau khi pip install requirements.
[Sources]
- docs/DEMO_GUIDE.md
- docs/DEPLOYMENT.md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bịa test count: dùng log pytest/coverage mới nhất sau refactor.
[Sources]
- outputs/audit/test_summary.json
- outputs/audit/coverage.json
- QUALITY_AUDIT.md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điểm sửa lớn so với bản 96-100 bị rút ngắn và lệch docs.
[Sources]
- REPRODUCIBILITY.md
- OLD_VS_FINAL_CONTENT_AUDIT.md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Khi kết luận, nhấn mạnh tính học thuật/demo và không phóng đại khả năng dùng thực tế.
[Sources]
- MODEL_CARD.md
- FINAL_AUDIT_REPORT.md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thúc bằng thông điệp: không chạy theo metric giả, ưu tiên correctness, reproducibility và defense readiness.
[Sources]
- README.md
- DEFENSE_QA.md
- FINAL_AUDIT_REPORT.md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87552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Dự báo giá nhà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bằng Machine Learning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13232" y="2514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</a:rPr>
              <a:t>Kaggle/Ames Housing • Pipeline end-to-end • ElasticNet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13232" y="2971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0000"/>
                </a:solidFill>
              </a:rPr>
              <a:t>Giảng viên/Lớp/Nhóm/Thành viên: CẦN CUNG CẤP trước khi nộp</a:t>
            </a:r>
            <a:endParaRPr lang="en-US" sz="1100" dirty="0"/>
          </a:p>
        </p:txBody>
      </p:sp>
      <p:pic>
        <p:nvPicPr>
          <p:cNvPr id="5" name="Image 0" descr="/mnt/data/_house_work/BTL_DuDoanGiaNha_ULTIMATE_Final/outputs/figures/13_deployment_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234440"/>
            <a:ext cx="4937760" cy="2057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0" y="3703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Thông điệp: nội dung đầy đủ như bản cũ, core kỹ thuật dùng bản mới.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1 / 20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Mục tiêu và phạm vi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</a:rPr>
              <a:t>Không chỉ tối ưu metric mà xây dựng project ML hoàn chỉnh.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Dự báo SalePrice từ 79 thuộc tính raw của Kaggle/Ames.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Kiểm soát leakage và khóa model trước khi mở test.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So sánh nhiều mô hình hồi quy trong cùng pipeline.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Đóng gói artifact, backend, Streamlit và tài liệu bảo vệ.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0" y="14630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Test RMSE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16642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22,228.60 USD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052560" y="14630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Test MAE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052560" y="16642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15,452.34 USD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80960" y="25146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Test R²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680960" y="27157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0.9076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2 / 20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Dataset provenance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</a:rPr>
              <a:t>Phân biệt Kaggle House Prices với Ames Housing gốc.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425196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Tổng số dòng: 1460.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Train: 1168, Validation: 146, Test: 146.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Raw input features: 79.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Không đổi split để làm metric đẹp hơn.</a:t>
            </a:r>
            <a:endParaRPr lang="en-US" sz="1600" dirty="0"/>
          </a:p>
        </p:txBody>
      </p:sp>
      <p:pic>
        <p:nvPicPr>
          <p:cNvPr id="6" name="Image 0" descr="/mnt/data/_house_work/BTL_DuDoanGiaNha_ULTIMATE_Final/outputs/figures/06_split_distribution_che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74920" y="1234440"/>
            <a:ext cx="6309360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3 / 20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Data integrity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</a:rPr>
              <a:t>Kiểm tra dữ liệu trước khi modeling.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4754880" cy="3063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ID duy nhất và không dùng làm feature.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Target không bị đưa vào X.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MSSubClass xử lý như categorical.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Semantic absence như NA/None được bảo toàn khi có nghĩa domain.</a:t>
            </a:r>
            <a:endParaRPr lang="en-US" sz="1600" dirty="0"/>
          </a:p>
        </p:txBody>
      </p:sp>
      <p:pic>
        <p:nvPicPr>
          <p:cNvPr id="6" name="Image 0" descr="/mnt/data/_house_work/BTL_DuDoanGiaNha_ULTIMATE_Final/outputs/figures/02_missingness_top2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97880" y="1234440"/>
            <a:ext cx="539496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4 / 20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EDA target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</a:rPr>
              <a:t>SalePrice lệch phải nên log-target là hợp lý.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pic>
        <p:nvPicPr>
          <p:cNvPr id="5" name="Image 0" descr="/mnt/data/_house_work/BTL_DuDoanGiaNha_ULTIMATE_Final/outputs/figures/01_target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6492240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0" y="150876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Raw skew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680960" y="17099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1.888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680960" y="242316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Log1p skew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680960" y="26243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0.168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680960" y="342900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Target transformer dùng log1p khi fit và expm1 khi predict.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5 / 20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EDA features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</a:rPr>
              <a:t>Correlation dùng để hiểu dữ liệu, không diễn giải nhân quả.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pic>
        <p:nvPicPr>
          <p:cNvPr id="5" name="Image 0" descr="/mnt/data/_house_work/BTL_DuDoanGiaNha_ULTIMATE_Final/outputs/figures/03_top_numeric_correl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5212080" cy="4343400"/>
          </a:xfrm>
          <a:prstGeom prst="rect">
            <a:avLst/>
          </a:prstGeom>
        </p:spPr>
      </p:pic>
      <p:pic>
        <p:nvPicPr>
          <p:cNvPr id="6" name="Image 1" descr="/mnt/data/_house_work/BTL_DuDoanGiaNha_ULTIMATE_Final/outputs/figures/05_categorical_relationship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80760" y="1234440"/>
            <a:ext cx="5303520" cy="4343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6 / 20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Leakage protocol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</a:rPr>
              <a:t>Test chỉ được mở sau khi model đã khóa.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5212080" cy="3474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Train/validation dùng cho EDA, benchmark, CV và tuning.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Model selection dựa trên policy, không dùng test metric.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MODEL LOCK ghi model, params, lý do và timestamp.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Test dùng cho final metrics, residual và explainability sau lock.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35040" y="182880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AD47"/>
                </a:solidFill>
              </a:rPr>
              <a:t>Train/Val → Model development → MODEL LOCK → Test unlock → Final evaluation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7 / 20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Feature engineering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</a:rPr>
              <a:t>Chỉ trình bày feature thật sự có trong code.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212080" cy="3474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Age: HouseAge, RemodAge, GarageAge.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Area: TotalSF, TotalPorchSF, TotalOutdoorSF.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Flags: HasGarage, HasBsmt, HasFireplace, HasPool, Has2ndFloor, HasMasVnr.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Seasonality: MoSold_sin, MoSold_cos.</a:t>
            </a:r>
            <a:endParaRPr lang="en-US" sz="1600" dirty="0"/>
          </a:p>
        </p:txBody>
      </p:sp>
      <p:pic>
        <p:nvPicPr>
          <p:cNvPr id="6" name="Image 0" descr="/mnt/data/_house_work/BTL_DuDoanGiaNha_ULTIMATE_Final/outputs/figures/13_deployment_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691640"/>
            <a:ext cx="502920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0" y="406908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0000"/>
                </a:solidFill>
              </a:rPr>
              <a:t>Không dùng claim cũ: IsRemodeled, TotalRooms, GarageAreaPerCar...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8 / 20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Preprocessing pipeline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</a:rPr>
              <a:t>Numeric và categorical được xử lý trong sklearn Pipeline.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4846320" cy="3246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Numeric: median imputation + scaling.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Categorical: true missing → Missing; semantic NA được giữ.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OneHotEncoder handle_unknown="ignore".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Target: log1p/expm1 qua transformed target strategy.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06440" y="2011680"/>
            <a:ext cx="5394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Raw input → AmesFeatureEngineer → ColumnTransformer → ElasticNet → USD prediction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9 / 20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Candidate models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</a:rPr>
              <a:t>Benchmark rộng nhưng vẫn có kiểm soát.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pic>
        <p:nvPicPr>
          <p:cNvPr id="5" name="Image 0" descr="/mnt/data/_house_work/BTL_DuDoanGiaNha_ULTIMATE_Final/outputs/figures/07_validation_model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676656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26680" y="1645920"/>
            <a:ext cx="3429000" cy="2468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DummyRegressor giữ vai trò baseline.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Linear, Ridge, ElasticNet, KNN, Tree và Ensembles được so sánh.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Không thêm model ngoài sklearn chỉ để làm bảng dài.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10 / 20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Tuning và model selection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</a:rPr>
              <a:t>Quyết định cuối cùng trước khi mở test.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Final model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6642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ElasticNet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749040" y="14630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Val RMSE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749040" y="16642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24,855.66 USD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66560" y="14630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CV RMSE mean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66560" y="16642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39,728.85 USD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28346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Params: {"regressor__model__l1_ratio":0.2,"regressor__model__alpha":0.001}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0" y="3703320"/>
            <a:ext cx="8046720" cy="1325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Test không nằm trong rule chọn model.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Executable rule: validation RMSE + Ridge tolerance/CV tie-break.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Deployability chỉ là cân nhắc định tính sau selection, không phải tiêu chí code.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11 / 20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Test evaluation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</a:rPr>
              <a:t>Đánh giá cuối trên test sau model lock.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RMSE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22,228.60 USD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520440" y="13716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MAE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520440" y="15727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15,452.34 USD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55080" y="13716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R²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55080" y="15727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0.9076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89720" y="13716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RMSLE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89720" y="157276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0.1177</a:t>
            </a:r>
            <a:endParaRPr lang="en-US" sz="1700" dirty="0"/>
          </a:p>
        </p:txBody>
      </p:sp>
      <p:pic>
        <p:nvPicPr>
          <p:cNvPr id="13" name="Image 0" descr="/mnt/data/_house_work/BTL_DuDoanGiaNha_ULTIMATE_Final/outputs/figures/08_actual_vs_predic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2606040"/>
            <a:ext cx="4846320" cy="3108960"/>
          </a:xfrm>
          <a:prstGeom prst="rect">
            <a:avLst/>
          </a:prstGeom>
        </p:spPr>
      </p:pic>
      <p:pic>
        <p:nvPicPr>
          <p:cNvPr id="14" name="Image 1" descr="/mnt/data/_house_work/BTL_DuDoanGiaNha_ULTIMATE_Final/outputs/figures/09_residual_vs_predict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2606040"/>
            <a:ext cx="4846320" cy="31089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12 / 20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Error by segment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</a:rPr>
              <a:t>Sai số cao hơn ở nhóm nhà giá cao.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pic>
        <p:nvPicPr>
          <p:cNvPr id="5" name="Image 0" descr="/mnt/data/_house_work/BTL_DuDoanGiaNha_ULTIMATE_Final/outputs/figures/11_error_by_price_quart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34440"/>
            <a:ext cx="5029200" cy="4297680"/>
          </a:xfrm>
          <a:prstGeom prst="rect">
            <a:avLst/>
          </a:prstGeom>
        </p:spPr>
      </p:pic>
      <p:pic>
        <p:nvPicPr>
          <p:cNvPr id="6" name="Image 1" descr="/mnt/data/_house_work/BTL_DuDoanGiaNha_ULTIMATE_Final/outputs/figures/10_residual_distribu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234440"/>
            <a:ext cx="5029200" cy="4297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13 / 20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Explainability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</a:rPr>
              <a:t>Permutation importance sau model lock.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pic>
        <p:nvPicPr>
          <p:cNvPr id="5" name="Image 0" descr="/mnt/data/_house_work/BTL_DuDoanGiaNha_ULTIMATE_Final/outputs/figures/12_permutation_impor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143000"/>
            <a:ext cx="658368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26680" y="1828800"/>
            <a:ext cx="333756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Top features giúp giải thích model behavior.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Có nhiều repeats nên có std thật.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Không phải causal effect.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14 / 20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Artifact và backend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</a:rPr>
              <a:t>Artifact cuối nhận raw input, không cần gọi FE thủ công.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5074920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Artifact: models/house_price_pipeline.joblib.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Model hash: 5101114637e8001c...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contains_feature_engineering = true.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end_to_end_raw_input = true.</a:t>
            </a:r>
            <a:endParaRPr lang="en-US" sz="1500" dirty="0"/>
          </a:p>
        </p:txBody>
      </p:sp>
      <p:pic>
        <p:nvPicPr>
          <p:cNvPr id="6" name="Image 0" descr="/mnt/data/_house_work/BTL_DuDoanGiaNha_ULTIMATE_Final/outputs/figures/13_deployment_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600200"/>
            <a:ext cx="5120640" cy="2148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15 / 20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15. Streamlit product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</a:rPr>
              <a:t>Quick, full, batch và model information.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521208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Quick Input: nhập biến quan trọng và dùng default từ schema.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Full Input: 79 biến theo semantic groups.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Batch CSV: upload nhiều căn nhà và download prediction.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Model Information: metric, hash, limitation từ canonical source.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205740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A0000"/>
                </a:solidFill>
              </a:rPr>
              <a:t>Container audit: streamlit executable unavailable; không claim PASS giả.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16 / 20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 Testing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</a:rPr>
              <a:t>Evidence chạy thật từ pytest.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Pytest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7556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67 passed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Source coverage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0" y="17556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99.9%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0" y="15544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Warning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17556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0 abnormal warnings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920240" y="3017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Coverage scope: src/house_price + backend.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tuning.py/reporting.py/artifacts.py/backend đều có test hành vi thật.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Consistency checker đọc evidence JSON, model hash, notebook, DOCX/PPTX và docs.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17 / 20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17. Reproducibility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</a:rPr>
              <a:t>Không chỉ tái tạo model, mà còn tài liệu.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303520" cy="3749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requirements.txt + Python &gt;=3.11.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scripts/train_full_project.py tạo outputs/model/artifact.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scripts/build_report.py build DOCX/PDF thật.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scripts/build_slides.py build PPTX thật.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outputs/summary.json là single source of truth.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72200" y="214884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0AD47"/>
                </a:solidFill>
              </a:rPr>
              <a:t>Consistency goal: không còn README → ElasticNet nhưng MODEL_CARD → Ridge.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18 / 20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18. Limitations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</a:rPr>
              <a:t>Nói thật limitation để bảo vệ chắc hơn.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71600"/>
            <a:ext cx="1024128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Dữ liệu ở Ames/Iowa, không áp dụng trực tiếp cho Việt Nam.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Test chỉ 146 dòng; high-price homes khó dự báo hơn.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CV std còn đáng kể.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Không dùng model cho định giá pháp lý/ngân hàng.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Cần cloud deploy thật và UI testing nếu phát triển tiếp.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19 / 20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19. Kết luận và Q&amp;A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</a:rPr>
              <a:t>Bản cuối kết hợp nội dung đầy đủ và core kỹ thuật mới.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Final model: ElasticNet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43400" y="1417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Test RMSE: 22,228.60 USD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09560" y="1417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R²: 0.9076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834640"/>
            <a:ext cx="9601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Đúng khoa học: model lock trước test.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Đúng kỹ thuật: artifact end-to-end và tests.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Đầy đủ học thuật: README/report/slide/docs đã mở rộng lại.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Còn cần điền thông tin hành chính trước khi nộp.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20 / 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Phenikaa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Dự báo giá nhà bằng Machine Learning</dc:title>
  <dc:subject>Ultimate Ames House Price Prediction</dc:subject>
  <dc:creator>House Price ML Team</dc:creator>
  <cp:lastModifiedBy>House Price ML Team</cp:lastModifiedBy>
  <cp:revision>1</cp:revision>
  <dcterms:created xsi:type="dcterms:W3CDTF">2026-08-26T17:33:42Z</dcterms:created>
  <dcterms:modified xsi:type="dcterms:W3CDTF">2026-08-26T17:33:42Z</dcterms:modified>
</cp:coreProperties>
</file>